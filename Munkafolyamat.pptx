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>
        <p:scale>
          <a:sx n="66" d="100"/>
          <a:sy n="66" d="100"/>
        </p:scale>
        <p:origin x="1596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95508D-0D41-44D9-AEA7-DA5AEBAFC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6B663BC-38FF-7824-40D5-0C4E00D1A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279693-04E9-C922-744C-1647611A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63AD51-CF4D-E555-6789-B41108A4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3E1B43-F505-6E55-BDE2-DF3B935E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548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952D9B-430E-46D0-C080-EB1F8D8C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2FD691-F469-51FB-875F-D729B6130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181AD3-A03C-9EF2-8B1A-5FABFFC5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FFFE4A-9963-7380-C552-CC0E9834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403665-E735-2C04-BE46-E39695FF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226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621338-B979-BF93-1E4E-66FE7689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3103A9-366A-F0E6-7063-980CCF9BD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FE4611-C75F-D141-2DFF-2025A0DD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29A9AD6-6B92-AAEF-38C0-D7542B37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1B45F8-DEAE-1AF4-5883-A6FCB67C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303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00342F-ADBB-6830-25D9-01DCF2E9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257882-C824-C39B-0848-F40CD7C6E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9C0FBDA-CF34-B872-C652-00AA71856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F6ADA49-0D17-06FB-ED82-349D1DF8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6EFB342-A294-5ABC-A13A-67651BCE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8384158-13B1-F098-D9A8-3D4A15FC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833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024DE4-4770-9269-D23E-BCB67DA8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B28C106-3814-77A8-305A-0E50FDF18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CD6033D-E25E-F8D1-0BFC-158B78636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AE33C4-B911-2B23-C06D-EA8E23866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E0744A9-854A-C7B6-ACD6-A83C6955E8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E66FE34-99AB-B527-A3B2-A144E679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F0F6630-7B71-D292-8381-B23FE215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4989742-844B-9D90-81F5-D0DCB873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58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39B405-1249-2C33-8690-1201CD30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E6D0F2B-AC21-62E5-1572-F13C92C1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11ADB4B-ECDA-E426-97F5-15C6119A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E0C9309-27F3-87A5-F4C6-004DC622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503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A8EC54F-862A-F54D-DDE1-73FD463C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62269A2-E2BD-1E05-55CF-E07C1CD1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63337B3-0D83-4C5D-7D5A-253304E3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592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A20546-4CC2-9ECA-7505-584ADF40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DB4E10-6C87-81C4-C57D-15221C3FA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342BD97-752D-4D2E-F1BB-00ABD3FA4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7684524-126F-8147-3F6E-37772960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B826521-A882-C664-DABD-4EB31BE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CC5C59-87BE-09C4-40F5-AE502935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739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194FEF-D587-95A5-1056-CF9D110A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161427C-5C23-5738-790E-5F3FA525A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C14FECE-15AC-6180-8171-EF7E6C53E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594C1E-E1C5-DEBD-D62A-ED18AD5D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4C577B-EAB9-CEA5-8429-E14812CB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9449C0A-ECDC-1596-065F-5E7A6FF5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769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D9FD53-AA2A-4518-4DB8-80F0D9CE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6B686EF-34A6-BC0E-686D-7D7DCB396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D165CF-B0BB-88E1-115E-48D51D9F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9854BF-3418-A845-A904-FEF2ECFD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BADC1A-8F9C-7DA1-42A9-8034479B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395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B563804-36C3-BE75-1D6C-BC6951056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F1CBBD7-48C3-AEAF-7920-ACEB7C756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ACF7D66-3BD6-49DF-8BD0-DAA7A597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28ACA1C-1400-0208-52B4-9D7EDA98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54B0E4E-991A-6558-DBAE-3953500F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434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773C7F9-6DA9-8021-C78B-80754B29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26BD419-81E8-053A-0F24-73691631A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E39629-0BBE-90E8-B3AE-FCD735EC3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4D054-0077-48D8-851C-792997491430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E0CD9B-7143-7843-6D9E-9A2ACF911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F1A0DC-9C4C-1836-2DEF-8D1DF0AA2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35E65-4724-48BE-AF68-D91687B44A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09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B40C07-9D63-9F91-C485-39D67422E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020"/>
            <a:ext cx="9144000" cy="2387600"/>
          </a:xfrm>
        </p:spPr>
        <p:txBody>
          <a:bodyPr/>
          <a:lstStyle/>
          <a:p>
            <a:r>
              <a:rPr lang="hu-HU" dirty="0">
                <a:latin typeface="RF Tone" panose="00000800000000000000" pitchFamily="50" charset="-18"/>
              </a:rPr>
              <a:t>Munkafolyamat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1F995C1-7DB7-F6D2-0369-C7C0B981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3695"/>
            <a:ext cx="9144000" cy="1655762"/>
          </a:xfrm>
        </p:spPr>
        <p:txBody>
          <a:bodyPr/>
          <a:lstStyle/>
          <a:p>
            <a:r>
              <a:rPr lang="hu-HU" dirty="0">
                <a:latin typeface="RF Tone" panose="00000800000000000000" pitchFamily="50" charset="-18"/>
              </a:rPr>
              <a:t>Készítette: Tábori László János, Szondi Levente 10. D.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49B0133-5EAB-2D3A-8CE4-781B0E285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AEA510F-96F8-7A02-82AC-8AB33386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3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40592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dirty="0">
                <a:latin typeface="RF Tone" panose="00000800000000000000" pitchFamily="50" charset="-18"/>
              </a:rPr>
              <a:t>Ötletelés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B51B393-EF90-156D-BACD-033A92CF0502}"/>
              </a:ext>
            </a:extLst>
          </p:cNvPr>
          <p:cNvSpPr txBox="1"/>
          <p:nvPr/>
        </p:nvSpPr>
        <p:spPr>
          <a:xfrm>
            <a:off x="1669142" y="1517402"/>
            <a:ext cx="86360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Vállalkozás témája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Gyakoriság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Ötletek összehasonlítása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Végső választás</a:t>
            </a:r>
          </a:p>
          <a:p>
            <a:endParaRPr lang="hu-HU" sz="4400" dirty="0">
              <a:latin typeface="RF Tone" panose="00000800000000000000" pitchFamily="50" charset="-18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07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8360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dirty="0">
                <a:latin typeface="RF Tone" panose="00000800000000000000" pitchFamily="50" charset="-18"/>
              </a:rPr>
              <a:t>Információgyűjtés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B51B393-EF90-156D-BACD-033A92CF0502}"/>
              </a:ext>
            </a:extLst>
          </p:cNvPr>
          <p:cNvSpPr txBox="1"/>
          <p:nvPr/>
        </p:nvSpPr>
        <p:spPr>
          <a:xfrm>
            <a:off x="1669142" y="1517402"/>
            <a:ext cx="86360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Eszközök keresése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Szükséges körülmények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Megvalósíthatóság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Számítások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Teljes terv készítése</a:t>
            </a:r>
          </a:p>
          <a:p>
            <a:endParaRPr lang="hu-HU" sz="4400" dirty="0">
              <a:latin typeface="RF Tone" panose="00000800000000000000" pitchFamily="50" charset="-18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97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836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RF Tone" panose="00000800000000000000" pitchFamily="50" charset="-18"/>
              </a:rPr>
              <a:t>Weboldal létrehozása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B712CFB-7E30-F6A7-09B4-B1A4863054E2}"/>
              </a:ext>
            </a:extLst>
          </p:cNvPr>
          <p:cNvSpPr txBox="1"/>
          <p:nvPr/>
        </p:nvSpPr>
        <p:spPr>
          <a:xfrm>
            <a:off x="1669142" y="1517402"/>
            <a:ext cx="86360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Alapok elkészítése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Szövegek megírása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Képek kiválasztása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Tartalmak elhelyezése a weboldalon</a:t>
            </a:r>
          </a:p>
        </p:txBody>
      </p:sp>
    </p:spTree>
    <p:extLst>
      <p:ext uri="{BB962C8B-B14F-4D97-AF65-F5344CB8AC3E}">
        <p14:creationId xmlns:p14="http://schemas.microsoft.com/office/powerpoint/2010/main" val="1609167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836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RF Tone" panose="00000800000000000000" pitchFamily="50" charset="-18"/>
              </a:rPr>
              <a:t>Munka felosztása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B712CFB-7E30-F6A7-09B4-B1A4863054E2}"/>
              </a:ext>
            </a:extLst>
          </p:cNvPr>
          <p:cNvSpPr txBox="1"/>
          <p:nvPr/>
        </p:nvSpPr>
        <p:spPr>
          <a:xfrm>
            <a:off x="1669142" y="1517402"/>
            <a:ext cx="86360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János: HTML és CSS megírása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Levente: PPT elkészítése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Közös: Szövegek megírása, képek kiválasztása</a:t>
            </a:r>
          </a:p>
        </p:txBody>
      </p:sp>
    </p:spTree>
    <p:extLst>
      <p:ext uri="{BB962C8B-B14F-4D97-AF65-F5344CB8AC3E}">
        <p14:creationId xmlns:p14="http://schemas.microsoft.com/office/powerpoint/2010/main" val="2062716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83602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RF Tone" panose="00000800000000000000" pitchFamily="50" charset="-18"/>
              </a:rPr>
              <a:t>Használt alkalmazások</a:t>
            </a:r>
          </a:p>
          <a:p>
            <a:endParaRPr lang="hu-HU" sz="5400" dirty="0">
              <a:latin typeface="RF Tone" panose="00000800000000000000" pitchFamily="50" charset="-18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156D6B5-423F-E5D7-07E1-43AB7628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130" y="1873641"/>
            <a:ext cx="2648032" cy="246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con Request] VSCode logo updates · Issue #1775 ·  PapirusDevelopmentTeam/papirus-icon-theme">
            <a:extLst>
              <a:ext uri="{FF2B5EF4-FFF2-40B4-BE49-F238E27FC236}">
                <a16:creationId xmlns:a16="http://schemas.microsoft.com/office/drawing/2014/main" id="{EB919618-A0E3-6B63-31D4-C44AD5D21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729" y="1873642"/>
            <a:ext cx="2463471" cy="246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493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9811073-EC20-5600-4A97-0E0A7FC05943}"/>
              </a:ext>
            </a:extLst>
          </p:cNvPr>
          <p:cNvSpPr txBox="1"/>
          <p:nvPr/>
        </p:nvSpPr>
        <p:spPr>
          <a:xfrm>
            <a:off x="1669142" y="409406"/>
            <a:ext cx="836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RF Tone" panose="00000800000000000000" pitchFamily="50" charset="-18"/>
              </a:rPr>
              <a:t>Források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B712CFB-7E30-F6A7-09B4-B1A4863054E2}"/>
              </a:ext>
            </a:extLst>
          </p:cNvPr>
          <p:cNvSpPr txBox="1"/>
          <p:nvPr/>
        </p:nvSpPr>
        <p:spPr>
          <a:xfrm>
            <a:off x="1669142" y="1517402"/>
            <a:ext cx="86360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Google Chrome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Wikipédia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>
                <a:latin typeface="RF Tone" panose="00000800000000000000" pitchFamily="50" charset="-18"/>
              </a:rPr>
              <a:t>Pinterest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hu-HU" sz="4400" dirty="0" err="1">
                <a:latin typeface="RF Tone" panose="00000800000000000000" pitchFamily="50" charset="-18"/>
              </a:rPr>
              <a:t>ChatGPT</a:t>
            </a:r>
            <a:endParaRPr lang="hu-HU" sz="4400" dirty="0">
              <a:latin typeface="RF Tone" panose="00000800000000000000" pitchFamily="50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749645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8D715D8-0F0F-2797-2EA3-F314BF08E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56830">
            <a:off x="-1135533" y="-326658"/>
            <a:ext cx="3220263" cy="2580124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A60A13E-6DB8-69F6-6F55-CF6AC65B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58727" y="-631145"/>
            <a:ext cx="3203413" cy="4297094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EA125D2A-D663-3ADC-A054-C8B0201D6B77}"/>
              </a:ext>
            </a:extLst>
          </p:cNvPr>
          <p:cNvSpPr txBox="1"/>
          <p:nvPr/>
        </p:nvSpPr>
        <p:spPr>
          <a:xfrm>
            <a:off x="1400628" y="2565111"/>
            <a:ext cx="93907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dirty="0">
                <a:latin typeface="RF Tone" panose="00000800000000000000" pitchFamily="50" charset="-18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854850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74</Words>
  <Application>Microsoft Office PowerPoint</Application>
  <PresentationFormat>Szélesvásznú</PresentationFormat>
  <Paragraphs>29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RF Tone</vt:lpstr>
      <vt:lpstr>Office-téma</vt:lpstr>
      <vt:lpstr>Munkafolyamat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Munkafolyamat</dc:title>
  <dc:creator>O365 felhasználó</dc:creator>
  <cp:lastModifiedBy>O365 felhasználó</cp:lastModifiedBy>
  <cp:revision>1</cp:revision>
  <dcterms:created xsi:type="dcterms:W3CDTF">2026-02-18T18:05:54Z</dcterms:created>
  <dcterms:modified xsi:type="dcterms:W3CDTF">2026-02-18T21:47:51Z</dcterms:modified>
</cp:coreProperties>
</file>